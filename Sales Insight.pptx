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0F064E2-FCFB-41FB-AD89-4BE9AA8D5E0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72880F3-6ACF-4E5F-B594-33C4620A28B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7/8/2026 12:55:06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09EF918A-6E07-47FD-B57E-1B958840C9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0"/>
            <a:ext cx="12192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2026-07-08T07:25:06Z</dcterms:created>
  <dcterms:modified xsi:type="dcterms:W3CDTF">2026-07-08T07:25:06Z</dcterms:modified>
</cp:coreProperties>
</file>